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b3df8e155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b3df8e1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b3df8e155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b3df8e1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b3df8e155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b3df8e15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3df8e155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b3df8e15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b3df8e155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b3df8e15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b3df8e155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b3df8e15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Prática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Software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19650" y="355332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EQUIPE: Álex Mouta, Luiz Araújo, Joab, Rodrigo Braga, Denise, Daniele.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156875" y="21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Interface Escolhida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79475" y="1366700"/>
            <a:ext cx="4135200" cy="30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Site E-commerce: Mercado Livre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Justificativa: O Mercado Livre foi escolhido por ser uma plataforma de e-commerce com alto volume de usuários e funcionalidades importantes de se testar.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WhatsApp Image 2026-04-08 at 15.15.4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550" y="688500"/>
            <a:ext cx="5031676" cy="332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94625" y="10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Cenários de Teste</a:t>
            </a:r>
            <a:endParaRPr/>
          </a:p>
        </p:txBody>
      </p:sp>
      <p:sp>
        <p:nvSpPr>
          <p:cNvPr id="73" name="Google Shape;73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Item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94625" y="903125"/>
            <a:ext cx="33630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CECFD2"/>
                </a:solidFill>
              </a:rPr>
              <a:t>Cenário 1: Busca de produto</a:t>
            </a:r>
            <a:endParaRPr b="1"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Objetivo:</a:t>
            </a:r>
            <a:r>
              <a:rPr lang="pt-BR" sz="1050">
                <a:solidFill>
                  <a:srgbClr val="CECFD2"/>
                </a:solidFill>
              </a:rPr>
              <a:t> Verificar se o sistema retorna produtos corretamente.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Passos:</a:t>
            </a:r>
            <a:endParaRPr sz="1050" u="sng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1.Acessar o site Mercado livre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2.Digitar "televisão" na barra de busca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3.Clicar na lupa de busca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Resultado esperado:</a:t>
            </a:r>
            <a:r>
              <a:rPr lang="pt-BR" sz="1050">
                <a:solidFill>
                  <a:srgbClr val="CECFD2"/>
                </a:solidFill>
              </a:rPr>
              <a:t> Lista de produtos relacionados ao produto buscado é exibida.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5" name="Google Shape;75;p15" title="WhatsApp Image 2026-04-07 at 20.12.5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625" y="682300"/>
            <a:ext cx="5625200" cy="36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94625" y="10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Cenários de Teste</a:t>
            </a:r>
            <a:endParaRPr/>
          </a:p>
        </p:txBody>
      </p:sp>
      <p:sp>
        <p:nvSpPr>
          <p:cNvPr id="81" name="Google Shape;81;p1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Item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94625" y="903125"/>
            <a:ext cx="33630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CECFD2"/>
                </a:solidFill>
              </a:rPr>
              <a:t>Cenário 2: Aplicar filtro de busca</a:t>
            </a:r>
            <a:endParaRPr b="1"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Objetivo:</a:t>
            </a:r>
            <a:r>
              <a:rPr lang="pt-BR" sz="1050">
                <a:solidFill>
                  <a:srgbClr val="CECFD2"/>
                </a:solidFill>
              </a:rPr>
              <a:t> Validar o funcionamento dos filtros.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Passos:</a:t>
            </a:r>
            <a:endParaRPr sz="1050" u="sng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1.Acessar o site Mercado livre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2.Digitar "notebook" na barra de busca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3.Clicar na lupa de busca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4.Aplicar filtro por Marca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ECFD2"/>
                </a:solidFill>
              </a:rPr>
              <a:t>5.Aplicar filtro por Preço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lnSpc>
                <a:spcPct val="1714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050" u="sng">
                <a:solidFill>
                  <a:srgbClr val="CECFD2"/>
                </a:solidFill>
              </a:rPr>
              <a:t>Resultado esperado:</a:t>
            </a:r>
            <a:r>
              <a:rPr lang="pt-BR" sz="1050">
                <a:solidFill>
                  <a:srgbClr val="CECFD2"/>
                </a:solidFill>
              </a:rPr>
              <a:t> Lista de busca atualizada conforme os filtros aplicados.</a:t>
            </a:r>
            <a:endParaRPr sz="1050">
              <a:solidFill>
                <a:srgbClr val="CECF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CECFD2"/>
              </a:solidFill>
            </a:endParaRPr>
          </a:p>
        </p:txBody>
      </p:sp>
      <p:pic>
        <p:nvPicPr>
          <p:cNvPr id="83" name="Google Shape;83;p16" title="WhatsApp Image 2026-04-08 at 11.43.1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3625" y="791300"/>
            <a:ext cx="5946800" cy="36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585250" y="94175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JIRA - BACKLOG</a:t>
            </a:r>
            <a:endParaRPr/>
          </a:p>
        </p:txBody>
      </p:sp>
      <p:pic>
        <p:nvPicPr>
          <p:cNvPr id="89" name="Google Shape;89;p17" title="WhatsApp Image 2026-04-08 at 15.32.1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37" y="955187"/>
            <a:ext cx="8260924" cy="4063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9150" y="94175"/>
            <a:ext cx="31650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JIRA - CT03</a:t>
            </a:r>
            <a:endParaRPr/>
          </a:p>
        </p:txBody>
      </p:sp>
      <p:pic>
        <p:nvPicPr>
          <p:cNvPr id="95" name="Google Shape;95;p18" title="WhatsApp Image 2026-04-08 at 12.43.5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825" y="197825"/>
            <a:ext cx="6845750" cy="47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69150" y="94175"/>
            <a:ext cx="31650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JIRA - CT03</a:t>
            </a:r>
            <a:endParaRPr/>
          </a:p>
        </p:txBody>
      </p:sp>
      <p:pic>
        <p:nvPicPr>
          <p:cNvPr id="101" name="Google Shape;101;p19" title="WhatsApp Image 2026-04-08 at 12.45.22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100" y="266625"/>
            <a:ext cx="6906725" cy="461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69150" y="94175"/>
            <a:ext cx="31650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JIRA - CT04</a:t>
            </a:r>
            <a:endParaRPr/>
          </a:p>
        </p:txBody>
      </p:sp>
      <p:pic>
        <p:nvPicPr>
          <p:cNvPr id="107" name="Google Shape;107;p20" title="WhatsApp Image 2026-04-08 at 15.24.4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675" y="301025"/>
            <a:ext cx="6881625" cy="46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920650" y="51150"/>
            <a:ext cx="7147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JIRA - QUADRO KANBAN</a:t>
            </a:r>
            <a:endParaRPr/>
          </a:p>
        </p:txBody>
      </p:sp>
      <p:pic>
        <p:nvPicPr>
          <p:cNvPr id="113" name="Google Shape;113;p21" title="WhatsApp Image 2026-04-08 at 18.51.2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63" y="782700"/>
            <a:ext cx="8329276" cy="41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920650" y="51150"/>
            <a:ext cx="6940800" cy="74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SELENIUM IDE </a:t>
            </a:r>
            <a:endParaRPr/>
          </a:p>
        </p:txBody>
      </p:sp>
      <p:pic>
        <p:nvPicPr>
          <p:cNvPr id="119" name="Google Shape;119;p22" title="WhatsApp Image 2026-04-08 at 15.11.3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25" y="705300"/>
            <a:ext cx="7975748" cy="433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0" y="23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REFLEXÃO GERAL DA EQUIPE</a:t>
            </a:r>
            <a:endParaRPr/>
          </a:p>
        </p:txBody>
      </p:sp>
      <p:sp>
        <p:nvSpPr>
          <p:cNvPr id="125" name="Google Shape;125;p23"/>
          <p:cNvSpPr txBox="1"/>
          <p:nvPr>
            <p:ph idx="2" type="body"/>
          </p:nvPr>
        </p:nvSpPr>
        <p:spPr>
          <a:xfrm>
            <a:off x="378450" y="1281575"/>
            <a:ext cx="7999200" cy="3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A atividade permitiu compreender na prática como funciona o processo de testes em uma aplicação real como o Mercado Livre. Como ponto forte, destaco o aprendizado no uso do Selenium IDE, principalmente na aplicação dos comandos “</a:t>
            </a:r>
            <a:r>
              <a:rPr b="1" lang="pt-BR" sz="1600">
                <a:solidFill>
                  <a:schemeClr val="dk1"/>
                </a:solidFill>
              </a:rPr>
              <a:t>Verify”</a:t>
            </a:r>
            <a:r>
              <a:rPr lang="pt-BR" sz="1600">
                <a:solidFill>
                  <a:schemeClr val="dk1"/>
                </a:solidFill>
              </a:rPr>
              <a:t> e </a:t>
            </a:r>
            <a:r>
              <a:rPr b="1" lang="pt-BR" sz="1600">
                <a:solidFill>
                  <a:schemeClr val="dk1"/>
                </a:solidFill>
              </a:rPr>
              <a:t>“Assert”</a:t>
            </a:r>
            <a:r>
              <a:rPr lang="pt-BR" sz="1600">
                <a:solidFill>
                  <a:schemeClr val="dk1"/>
                </a:solidFill>
              </a:rPr>
              <a:t> para validação dos testes.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Uma das dificuldades, foi entender inicialmente como configurar corretamente esses comandos e selecionar os elementos da página. No entanto, com a prática, ficou mais claro como estruturar os testes automatizados.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Como aprendizado, ficou evidente a importância de validar corretamente cada ação do usuário e a diferença entre apenas executar um teste e realmente garantir que ele está funcionando como esperado.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